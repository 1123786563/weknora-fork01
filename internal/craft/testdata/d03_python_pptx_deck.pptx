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收入（万元）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210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来源：kc_customer kc_sales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来源：kc_sales kc_market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来源：kc_plan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智绘云图客户方案：面向制造业的智能知识中台首期建设建议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汇报人：Craft 团队</a:t>
            </a:r>
          </a:p>
          <a:p>
            <a:r>
              <a:rPr sz="1800"/>
              <a:t>2026 年 9 月</a:t>
            </a:r>
          </a:p>
          <a:p>
            <a:r>
              <a:rPr sz="1800"/>
              <a:t>本方案基于客户提供的背景与销售数据分析得出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客户背景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客户为华东地区大型制造集团，下辖 12 家工厂</a:t>
            </a:r>
          </a:p>
          <a:p>
            <a:r>
              <a:rPr sz="1800"/>
              <a:t>现有知识分散在 30+ 个系统，检索平均耗时 15 分钟</a:t>
            </a:r>
          </a:p>
          <a:p>
            <a:r>
              <a:rPr sz="1800"/>
              <a:t>2026 年上半年销售数据：东区 100、西区 200，合计 300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核心方案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建设统一知识中台，接入 12 家工厂的文档与数据</a:t>
            </a:r>
          </a:p>
          <a:p>
            <a:r>
              <a:rPr sz="1800"/>
              <a:t>智能问答将检索耗时从 15 分钟压缩到 30 秒</a:t>
            </a:r>
          </a:p>
          <a:p>
            <a:r>
              <a:rPr sz="1800"/>
              <a:t>分三期交付：知识接入 → 智能问答 → 决策驾驶舱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11680"/>
          <a:ext cx="6766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实施计划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第一期（1-2 月）：知识接入与权限打通</a:t>
            </a:r>
          </a:p>
          <a:p>
            <a:r>
              <a:rPr sz="1800"/>
              <a:t>第二期（3-4 月）：智能问答上线</a:t>
            </a:r>
          </a:p>
          <a:p>
            <a:r>
              <a:rPr sz="1800"/>
              <a:t>第三期（5-6 月）：决策驾驶舱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kc_customer 客户背景资料</a:t>
            </a:r>
          </a:p>
          <a:p>
            <a:r>
              <a:rPr sz="1400"/>
              <a:t>kc_sales 销售数据摘要</a:t>
            </a:r>
          </a:p>
          <a:p>
            <a:r>
              <a:rPr sz="1400"/>
              <a:t>kc_market 市场分析摘录</a:t>
            </a:r>
          </a:p>
          <a:p>
            <a:r>
              <a:rPr sz="1400"/>
              <a:t>kc_plan 实施计划素材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